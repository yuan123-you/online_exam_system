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"/>
            <a:ext cx="2103120" cy="210312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3200400"/>
            <a:ext cx="1828800" cy="18288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在线考试系统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0" y="2560320"/>
            <a:ext cx="2743200" cy="3200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97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答辩演示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学号: 20252160A1025  |  姓名: 游源  |  2026年6月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项目背景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54864" cy="3291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512064" y="1280160"/>
            <a:ext cx="2505456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2148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数字化转型需求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教育行业在线考试数字化转型需求日益增长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54864" cy="3291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3346704" y="1280160"/>
            <a:ext cx="2505456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371600"/>
            <a:ext cx="2148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传统考试痛点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组织成本高、阅卷效率低、成绩分析滞后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54864" cy="3291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6181344" y="1280160"/>
            <a:ext cx="2505456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371600"/>
            <a:ext cx="2148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项目目标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三端协同的在线考试全流程闭环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系统目标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5486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管理员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2024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账号维护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组织架构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全局统计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54864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教师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192024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题库建设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组卷发布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阅卷分析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548640"/>
          </a:xfrm>
          <a:prstGeom prst="rect">
            <a:avLst/>
          </a:prstGeom>
          <a:solidFill>
            <a:srgbClr val="2E8B5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学生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92024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在线答题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成绩查询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错题复盘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前端 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Vue 3 + TypeScript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Vite 构建工具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ECharts 数据可视化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Port 5173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2148840"/>
            <a:ext cx="329184" cy="329184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4407408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API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后端 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18288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Spring Boot 3.3.5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Java 21 + JDBC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MySQL 8.x 数据库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Port 8080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前后端分离，RESTful API 通信  |  备选方案：Node.js + 原生 HTML 独立版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核心数据模型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2560320" cy="347472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90472"/>
            <a:ext cx="25603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90472"/>
            <a:ext cx="2560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院系表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560320" cy="347472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class_info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490472"/>
            <a:ext cx="25603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490472"/>
            <a:ext cx="2560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班级表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560320" cy="347472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user_account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90472"/>
            <a:ext cx="25603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490472"/>
            <a:ext cx="2560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用户账号表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2560320" cy="347472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240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87752"/>
            <a:ext cx="25603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587752"/>
            <a:ext cx="2560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题目表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240280"/>
            <a:ext cx="2560320" cy="347472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2240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2587752"/>
            <a:ext cx="25603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91840" y="2587752"/>
            <a:ext cx="2560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试卷表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240280"/>
            <a:ext cx="2560320" cy="347472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2240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587752"/>
            <a:ext cx="25603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2587752"/>
            <a:ext cx="2560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考试表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2560320" cy="347472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337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685032"/>
            <a:ext cx="25603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685032"/>
            <a:ext cx="2560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答卷表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337560"/>
            <a:ext cx="2560320" cy="347472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91840" y="3337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wrong_book_entry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3685032"/>
            <a:ext cx="25603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91840" y="3685032"/>
            <a:ext cx="2560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错题本表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3337560"/>
            <a:ext cx="2560320" cy="347472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26480" y="3337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system_log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3685032"/>
            <a:ext cx="25603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26480" y="3685032"/>
            <a:ext cx="2560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系统日志表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院系 → 班级 → 学生   |   教师 → 题库 → 试卷 → 考试 → 答卷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核心功能 — 管理员端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54864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234440"/>
            <a:ext cx="7808976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325880"/>
            <a:ext cx="7452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数据总览看板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全局统计数据展示，实时掌握系统运行状况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4864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2377440"/>
            <a:ext cx="7808976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468880"/>
            <a:ext cx="7452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学生/教师管理（含批量导入）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支持 Excel 批量导入，高效管理用户信息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54864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" y="3520440"/>
            <a:ext cx="7808976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611880"/>
            <a:ext cx="7452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学院/班级组织管理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多层级组织架构维护，院系-班级结构化管理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核心功能 — 教师端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54864" cy="65836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143000"/>
            <a:ext cx="7808976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23444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题库管理（单选、多选、判断、填空、简答、组合 6 种题型）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11096"/>
            <a:ext cx="54864" cy="65836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1911096"/>
            <a:ext cx="7808976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0025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试卷组卷 + AI 智能出题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79192"/>
            <a:ext cx="54864" cy="65836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" y="2679192"/>
            <a:ext cx="7808976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77063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考试发布与管理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47288"/>
            <a:ext cx="54864" cy="65836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" y="3447288"/>
            <a:ext cx="7808976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53872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阅卷中心（自动阅卷 + 人工评分）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15384"/>
            <a:ext cx="54864" cy="65836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4215384"/>
            <a:ext cx="7808976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30682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成绩分析图表 + Excel 导出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核心功能 — 学生端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54864" cy="80467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234440"/>
            <a:ext cx="7808976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325880"/>
            <a:ext cx="7452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在线考试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倒计时、自动保存、防切屏作弊检测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203704"/>
            <a:ext cx="54864" cy="80467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2203704"/>
            <a:ext cx="7808976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295144"/>
            <a:ext cx="7452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考试记录查询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查看历史考试成绩与答题详情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54864" cy="80467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" y="3172968"/>
            <a:ext cx="7808976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264408"/>
            <a:ext cx="7452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错题本重做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针对薄弱知识点反复练习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142232"/>
            <a:ext cx="54864" cy="80467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" y="4142232"/>
            <a:ext cx="7808976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233672"/>
            <a:ext cx="7452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AI 刷题练习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个性化推荐 + 智能练习模式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项目亮点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1257300" y="137160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013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防切屏自动交卷机制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60420" y="137160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8013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客观题自动阅卷 + 主观题人工评分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63540" y="137160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8013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自研 xlsx 解析器（零依赖）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66660" y="137160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18013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1000+ 道题库数据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08860" y="301752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34472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Vue 3 + TypeScript 组件化前端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11980" y="301752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34472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蓝绿色调现代 UI 设计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15100" y="301752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34472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完整文档体系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测试与部署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测试验证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33 项功能测试用例，全部通过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6 项安全测试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147 项后端单元测试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1371600"/>
            <a:ext cx="18288" cy="28346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188720"/>
            <a:ext cx="384048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384048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部署流程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MySQL  →  Spring Boot  →  Vite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4688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演示账号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管理员: admin / admin123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教师: teacher / teacher123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学生: student / student123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当前成果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8308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完整考试全流程闭环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双版本实现（Java + Node.js）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文档体系齐全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45720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已知不足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78308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认证机制较为简化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缺少缓存层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部署流程待优化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457200"/>
          </a:xfrm>
          <a:prstGeom prst="rect">
            <a:avLst/>
          </a:prstGeom>
          <a:solidFill>
            <a:srgbClr val="2E8B5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后续方向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78308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JWT + Spring Security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Redis 缓存层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Docker 容器化部署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成绩导出增强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3474720"/>
            <a:ext cx="1645920" cy="164592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137160"/>
            <a:ext cx="1645920" cy="164592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谢谢各位老师！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2743200" cy="3200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恳请批评指正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4A90D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在线考试系统 — 答辩演示</dc:title>
  <dc:subject>PptxGenJS Presentation</dc:subject>
  <dc:creator>游源</dc:creator>
  <cp:lastModifiedBy>游源</cp:lastModifiedBy>
  <cp:revision>1</cp:revision>
  <dcterms:created xsi:type="dcterms:W3CDTF">2026-06-17T02:31:05Z</dcterms:created>
  <dcterms:modified xsi:type="dcterms:W3CDTF">2026-06-17T02:31:05Z</dcterms:modified>
</cp:coreProperties>
</file>